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4" name="Shape 1"/>
          <p:cNvSpPr/>
          <p:nvPr/>
        </p:nvSpPr>
        <p:spPr>
          <a:xfrm>
            <a:off x="4389120" y="0"/>
            <a:ext cx="1371600" cy="5143500"/>
          </a:xfrm>
          <a:prstGeom prst="rect">
            <a:avLst/>
          </a:prstGeom>
          <a:solidFill>
            <a:srgbClr val="1A0A00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143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Jagannath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Amsterdam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Congregation Meeting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HG Amala Bhakti Dasi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B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presence of HH Mahavishnu Swami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Jagannatha Swami Nayana-patha-gami Bhavatu 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600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Facilitator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6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HG Amala Bhakti Dasi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2743200" cy="36576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73152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2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 Bhakti Dasi is a senior devotee and god-sister in ISKCON, long committed to the devotional community in the Netherlands.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2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A2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dedicated years of service to supporting congregation life, nurturing bhakti, and preserving the legacy of Srila Prabhupada's mission in Europe.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she leads our congregation in a shared mission: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bring Jagannath home to Amsterdam.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Srila Prabhupada's Heritage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Amsterdam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Amsterdam holds a unique and sacred place in ISKCON history — and why that legacy must not be forgotten.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0624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42062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0624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912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spiritual and historical reasons why Jagannath's presence in Amsterdam is not just meaningful — it is essential for the devotional life of this community.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Collective Desire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Return Jagannath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 the congregation around one shared aspiration: that Jagannath, Baladeva, and Subhadra return to Amsterdam and take up permanent residence here.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054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3" name="Text 1"/>
          <p:cNvSpPr/>
          <p:nvPr/>
        </p:nvSpPr>
        <p:spPr>
          <a:xfrm>
            <a:off x="43205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Solutions to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Arguments Against the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address obstacles and objections — practical, financial, logistical — and find answers together so no challenge becomes a barrier.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0624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42062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0624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Letter 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Local GBC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912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respectful, well-reasoned letter from the congregation to the GBC representatives, formally expressing our desire and inviting their guidance.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054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3" name="Text 1"/>
          <p:cNvSpPr/>
          <p:nvPr/>
        </p:nvSpPr>
        <p:spPr>
          <a:xfrm>
            <a:off x="43205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 GBC Proposal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clear, structured proposal that outlines the plan, timeline, resources needed, and community commitment — ready to present at GBC level.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Needed?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Help?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out the practical requirements — people, places, resources, skills — and identify devotees and allies who can step forward in service.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0"/>
            <a:ext cx="1371600" cy="5143500"/>
          </a:xfrm>
          <a:prstGeom prst="rect">
            <a:avLst/>
          </a:prstGeom>
          <a:solidFill>
            <a:srgbClr val="1A0A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06240" y="457200"/>
            <a:ext cx="502920" cy="502920"/>
          </a:xfrm>
          <a:prstGeom prst="ellipse">
            <a:avLst/>
          </a:prstGeom>
          <a:solidFill>
            <a:srgbClr val="D4600A"/>
          </a:solidFill>
          <a:ln/>
        </p:spPr>
      </p:sp>
      <p:sp>
        <p:nvSpPr>
          <p:cNvPr id="5" name="Text 2"/>
          <p:cNvSpPr/>
          <p:nvPr/>
        </p:nvSpPr>
        <p:spPr>
          <a:xfrm>
            <a:off x="42062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06240" y="1143000"/>
            <a:ext cx="54864" cy="25603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0" y="1097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ISKCON Amsterdam's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History Visible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9120" y="256032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share the founding story of ISKCON Amsterdam — including Srila Prabhupada's 1972 visit — so it inspires and educates current and future devotees.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D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Altar Awaits.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us bring Jagannath home to Amsterdam.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 Krishna Hare Krishna · Krishna Krishna Hare Hare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B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 Rama Hare Rama · Rama Rama Hare Hare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glories to Srila Prabhupada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 Jagannath Back to Amsterdam</dc:title>
  <dc:subject>PptxGenJS Presentation</dc:subject>
  <dc:creator>Samkirtanaika-pitarau dasa</dc:creator>
  <cp:lastModifiedBy>Samkirtanaika-pitarau dasa</cp:lastModifiedBy>
  <cp:revision>1</cp:revision>
  <dcterms:created xsi:type="dcterms:W3CDTF">2026-05-12T12:33:37Z</dcterms:created>
  <dcterms:modified xsi:type="dcterms:W3CDTF">2026-05-12T12:33:37Z</dcterms:modified>
</cp:coreProperties>
</file>